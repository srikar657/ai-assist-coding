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</p:sldIdLst>
  <p:sldSz cx="3251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F1A"/>
    <a:srgbClr val="7EEA6C"/>
    <a:srgbClr val="35E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96ED8-C363-4B30-8A1B-F2EA28EAEA06}" v="7" dt="2025-11-28T04:58:55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36" d="100"/>
          <a:sy n="36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Varshith" userId="6e2c1917ae73994e" providerId="LiveId" clId="{DD53BF89-6EA8-49F8-A181-8BAF32A04D60}"/>
    <pc:docChg chg="undo custSel modSld">
      <pc:chgData name="Sai Varshith" userId="6e2c1917ae73994e" providerId="LiveId" clId="{DD53BF89-6EA8-49F8-A181-8BAF32A04D60}" dt="2025-11-28T05:02:05.602" v="138" actId="20577"/>
      <pc:docMkLst>
        <pc:docMk/>
      </pc:docMkLst>
      <pc:sldChg chg="addSp delSp modSp mod">
        <pc:chgData name="Sai Varshith" userId="6e2c1917ae73994e" providerId="LiveId" clId="{DD53BF89-6EA8-49F8-A181-8BAF32A04D60}" dt="2025-11-28T04:59:11.476" v="29" actId="14100"/>
        <pc:sldMkLst>
          <pc:docMk/>
          <pc:sldMk cId="2812665285" sldId="262"/>
        </pc:sldMkLst>
        <pc:spChg chg="add del mod">
          <ac:chgData name="Sai Varshith" userId="6e2c1917ae73994e" providerId="LiveId" clId="{DD53BF89-6EA8-49F8-A181-8BAF32A04D60}" dt="2025-11-28T04:57:49.978" v="24" actId="14100"/>
          <ac:spMkLst>
            <pc:docMk/>
            <pc:sldMk cId="2812665285" sldId="262"/>
            <ac:spMk id="5" creationId="{78373498-9922-6854-0326-F94257FE976A}"/>
          </ac:spMkLst>
        </pc:spChg>
        <pc:picChg chg="add mod">
          <ac:chgData name="Sai Varshith" userId="6e2c1917ae73994e" providerId="LiveId" clId="{DD53BF89-6EA8-49F8-A181-8BAF32A04D60}" dt="2025-11-28T04:59:11.476" v="29" actId="14100"/>
          <ac:picMkLst>
            <pc:docMk/>
            <pc:sldMk cId="2812665285" sldId="262"/>
            <ac:picMk id="3" creationId="{C7439259-3EBE-F8B6-C86F-BDDF9B5BF851}"/>
          </ac:picMkLst>
        </pc:picChg>
        <pc:picChg chg="add mod">
          <ac:chgData name="Sai Varshith" userId="6e2c1917ae73994e" providerId="LiveId" clId="{DD53BF89-6EA8-49F8-A181-8BAF32A04D60}" dt="2025-11-28T04:57:49.978" v="24" actId="14100"/>
          <ac:picMkLst>
            <pc:docMk/>
            <pc:sldMk cId="2812665285" sldId="262"/>
            <ac:picMk id="1026" creationId="{A5F988EC-21B3-FD0B-36F5-F39C9FDC4D52}"/>
          </ac:picMkLst>
        </pc:picChg>
      </pc:sldChg>
      <pc:sldChg chg="modSp mod">
        <pc:chgData name="Sai Varshith" userId="6e2c1917ae73994e" providerId="LiveId" clId="{DD53BF89-6EA8-49F8-A181-8BAF32A04D60}" dt="2025-11-28T05:01:55.224" v="56" actId="20577"/>
        <pc:sldMkLst>
          <pc:docMk/>
          <pc:sldMk cId="4021932955" sldId="263"/>
        </pc:sldMkLst>
        <pc:spChg chg="mod">
          <ac:chgData name="Sai Varshith" userId="6e2c1917ae73994e" providerId="LiveId" clId="{DD53BF89-6EA8-49F8-A181-8BAF32A04D60}" dt="2025-11-28T05:01:55.224" v="56" actId="20577"/>
          <ac:spMkLst>
            <pc:docMk/>
            <pc:sldMk cId="4021932955" sldId="263"/>
            <ac:spMk id="1048587" creationId="{A9265931-B1C2-EB83-07FE-2D67035FE3B2}"/>
          </ac:spMkLst>
        </pc:spChg>
        <pc:spChg chg="mod">
          <ac:chgData name="Sai Varshith" userId="6e2c1917ae73994e" providerId="LiveId" clId="{DD53BF89-6EA8-49F8-A181-8BAF32A04D60}" dt="2025-11-28T04:56:00.402" v="2" actId="20577"/>
          <ac:spMkLst>
            <pc:docMk/>
            <pc:sldMk cId="4021932955" sldId="263"/>
            <ac:spMk id="1048588" creationId="{669BAEA9-5D3F-EBE2-A895-0CC2D08A3DF0}"/>
          </ac:spMkLst>
        </pc:spChg>
      </pc:sldChg>
      <pc:sldChg chg="modSp mod">
        <pc:chgData name="Sai Varshith" userId="6e2c1917ae73994e" providerId="LiveId" clId="{DD53BF89-6EA8-49F8-A181-8BAF32A04D60}" dt="2025-11-28T05:02:05.602" v="138" actId="20577"/>
        <pc:sldMkLst>
          <pc:docMk/>
          <pc:sldMk cId="3922633177" sldId="264"/>
        </pc:sldMkLst>
        <pc:spChg chg="mod">
          <ac:chgData name="Sai Varshith" userId="6e2c1917ae73994e" providerId="LiveId" clId="{DD53BF89-6EA8-49F8-A181-8BAF32A04D60}" dt="2025-11-28T05:02:05.602" v="138" actId="20577"/>
          <ac:spMkLst>
            <pc:docMk/>
            <pc:sldMk cId="3922633177" sldId="264"/>
            <ac:spMk id="1048579" creationId="{18155456-3491-406C-78DC-DCC4B2931EF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59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595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59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5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Notes Placeholder 1048598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9365" y="1625603"/>
            <a:ext cx="23136592" cy="8534400"/>
          </a:xfrm>
        </p:spPr>
        <p:txBody>
          <a:bodyPr anchor="b">
            <a:normAutofit/>
          </a:bodyPr>
          <a:lstStyle>
            <a:lvl1pPr algn="ctr">
              <a:defRPr sz="12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9365" y="10363200"/>
            <a:ext cx="23136592" cy="5080000"/>
          </a:xfrm>
        </p:spPr>
        <p:txBody>
          <a:bodyPr anchor="t">
            <a:normAutofit/>
          </a:bodyPr>
          <a:lstStyle>
            <a:lvl1pPr marL="0" indent="0" algn="ctr">
              <a:buNone/>
              <a:defRPr sz="5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1219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57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96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315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534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753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94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47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9368" y="8822883"/>
            <a:ext cx="23164800" cy="3916800"/>
          </a:xfrm>
        </p:spPr>
        <p:txBody>
          <a:bodyPr anchor="b"/>
          <a:lstStyle>
            <a:lvl1pPr algn="r">
              <a:defRPr sz="10667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9364" y="12739683"/>
            <a:ext cx="23164803" cy="2294400"/>
          </a:xfrm>
        </p:spPr>
        <p:txBody>
          <a:bodyPr anchor="t">
            <a:normAutofit/>
          </a:bodyPr>
          <a:lstStyle>
            <a:lvl1pPr marL="0" indent="0" algn="r">
              <a:buNone/>
              <a:defRPr sz="5333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1219215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2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3765" y="7111999"/>
            <a:ext cx="13004800" cy="8331203"/>
          </a:xfrm>
        </p:spPr>
        <p:txBody>
          <a:bodyPr>
            <a:normAutofit/>
          </a:bodyPr>
          <a:lstStyle>
            <a:lvl1pPr>
              <a:defRPr sz="4800"/>
            </a:lvl1pPr>
            <a:lvl2pPr>
              <a:defRPr sz="4267"/>
            </a:lvl2pPr>
            <a:lvl3pPr>
              <a:defRPr sz="3733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965" y="7112000"/>
            <a:ext cx="13004800" cy="8331200"/>
          </a:xfrm>
        </p:spPr>
        <p:txBody>
          <a:bodyPr>
            <a:normAutofit/>
          </a:bodyPr>
          <a:lstStyle>
            <a:lvl1pPr>
              <a:defRPr sz="4800"/>
            </a:lvl1pPr>
            <a:lvl2pPr>
              <a:defRPr sz="4267"/>
            </a:lvl2pPr>
            <a:lvl3pPr>
              <a:defRPr sz="3733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1415" y="7089421"/>
            <a:ext cx="12237149" cy="1536699"/>
          </a:xfrm>
        </p:spPr>
        <p:txBody>
          <a:bodyPr anchor="b">
            <a:noAutofit/>
          </a:bodyPr>
          <a:lstStyle>
            <a:lvl1pPr marL="0" indent="0">
              <a:buNone/>
              <a:defRPr sz="7467" b="0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3765" y="8648700"/>
            <a:ext cx="13004800" cy="6794499"/>
          </a:xfrm>
        </p:spPr>
        <p:txBody>
          <a:bodyPr anchor="t">
            <a:normAutofit/>
          </a:bodyPr>
          <a:lstStyle>
            <a:lvl1pPr>
              <a:defRPr sz="4800"/>
            </a:lvl1pPr>
            <a:lvl2pPr>
              <a:defRPr sz="4267"/>
            </a:lvl2pPr>
            <a:lvl3pPr>
              <a:defRPr sz="3733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181688" y="7112000"/>
            <a:ext cx="12278080" cy="1536699"/>
          </a:xfrm>
        </p:spPr>
        <p:txBody>
          <a:bodyPr anchor="b">
            <a:noAutofit/>
          </a:bodyPr>
          <a:lstStyle>
            <a:lvl1pPr marL="0" indent="0">
              <a:buNone/>
              <a:defRPr sz="7467" b="0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54967" y="8648700"/>
            <a:ext cx="13004803" cy="6794499"/>
          </a:xfrm>
        </p:spPr>
        <p:txBody>
          <a:bodyPr anchor="t">
            <a:normAutofit/>
          </a:bodyPr>
          <a:lstStyle>
            <a:lvl1pPr>
              <a:defRPr sz="4800"/>
            </a:lvl1pPr>
            <a:lvl2pPr>
              <a:defRPr sz="4267"/>
            </a:lvl2pPr>
            <a:lvl3pPr>
              <a:defRPr sz="3733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2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7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736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764" y="4267200"/>
            <a:ext cx="9464323" cy="365760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0167" y="1625603"/>
            <a:ext cx="15849603" cy="13817600"/>
          </a:xfrm>
        </p:spPr>
        <p:txBody>
          <a:bodyPr anchor="ctr">
            <a:normAutofit/>
          </a:bodyPr>
          <a:lstStyle>
            <a:lvl1pPr>
              <a:defRPr sz="5333"/>
            </a:lvl1pPr>
            <a:lvl2pPr>
              <a:defRPr sz="4800"/>
            </a:lvl2pPr>
            <a:lvl3pPr>
              <a:defRPr sz="4267"/>
            </a:lvl3pPr>
            <a:lvl4pPr>
              <a:defRPr sz="3733"/>
            </a:lvl4pPr>
            <a:lvl5pPr>
              <a:defRPr sz="3733"/>
            </a:lvl5pPr>
            <a:lvl6pPr>
              <a:defRPr sz="3733"/>
            </a:lvl6pPr>
            <a:lvl7pPr>
              <a:defRPr sz="3733"/>
            </a:lvl7pPr>
            <a:lvl8pPr>
              <a:defRPr sz="3733"/>
            </a:lvl8pPr>
            <a:lvl9pPr>
              <a:defRPr sz="3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3764" y="7924800"/>
            <a:ext cx="9464323" cy="4876800"/>
          </a:xfrm>
        </p:spPr>
        <p:txBody>
          <a:bodyPr>
            <a:normAutofit/>
          </a:bodyPr>
          <a:lstStyle>
            <a:lvl1pPr marL="0" indent="0">
              <a:buNone/>
              <a:defRPr sz="4267"/>
            </a:lvl1pPr>
            <a:lvl2pPr marL="1219215" indent="0">
              <a:buNone/>
              <a:defRPr sz="3200"/>
            </a:lvl2pPr>
            <a:lvl3pPr marL="2438430" indent="0">
              <a:buNone/>
              <a:defRPr sz="2667"/>
            </a:lvl3pPr>
            <a:lvl4pPr marL="3657646" indent="0">
              <a:buNone/>
              <a:defRPr sz="2400"/>
            </a:lvl4pPr>
            <a:lvl5pPr marL="4876861" indent="0">
              <a:buNone/>
              <a:defRPr sz="2400"/>
            </a:lvl5pPr>
            <a:lvl6pPr marL="6096076" indent="0">
              <a:buNone/>
              <a:defRPr sz="2400"/>
            </a:lvl6pPr>
            <a:lvl7pPr marL="7315291" indent="0">
              <a:buNone/>
              <a:defRPr sz="2400"/>
            </a:lvl7pPr>
            <a:lvl8pPr marL="8534507" indent="0">
              <a:buNone/>
              <a:defRPr sz="2400"/>
            </a:lvl8pPr>
            <a:lvl9pPr marL="9753722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28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764" y="4267200"/>
            <a:ext cx="14224003" cy="3657600"/>
          </a:xfrm>
        </p:spPr>
        <p:txBody>
          <a:bodyPr anchor="b">
            <a:normAutofit/>
          </a:bodyPr>
          <a:lstStyle>
            <a:lvl1pPr algn="l">
              <a:defRPr sz="746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23290" y="-48768"/>
            <a:ext cx="8737597" cy="184099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4267"/>
            </a:lvl1pPr>
            <a:lvl2pPr marL="1219215" indent="0">
              <a:buNone/>
              <a:defRPr sz="4267"/>
            </a:lvl2pPr>
            <a:lvl3pPr marL="2438430" indent="0">
              <a:buNone/>
              <a:defRPr sz="4267"/>
            </a:lvl3pPr>
            <a:lvl4pPr marL="3657646" indent="0">
              <a:buNone/>
              <a:defRPr sz="4267"/>
            </a:lvl4pPr>
            <a:lvl5pPr marL="4876861" indent="0">
              <a:buNone/>
              <a:defRPr sz="4267"/>
            </a:lvl5pPr>
            <a:lvl6pPr marL="6096076" indent="0">
              <a:buNone/>
              <a:defRPr sz="4267"/>
            </a:lvl6pPr>
            <a:lvl7pPr marL="7315291" indent="0">
              <a:buNone/>
              <a:defRPr sz="4267"/>
            </a:lvl7pPr>
            <a:lvl8pPr marL="8534507" indent="0">
              <a:buNone/>
              <a:defRPr sz="4267"/>
            </a:lvl8pPr>
            <a:lvl9pPr marL="9753722" indent="0">
              <a:buNone/>
              <a:defRPr sz="4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3764" y="7924800"/>
            <a:ext cx="14224003" cy="4876800"/>
          </a:xfrm>
        </p:spPr>
        <p:txBody>
          <a:bodyPr>
            <a:normAutofit/>
          </a:bodyPr>
          <a:lstStyle>
            <a:lvl1pPr marL="0" indent="0">
              <a:buNone/>
              <a:defRPr sz="4800"/>
            </a:lvl1pPr>
            <a:lvl2pPr marL="1219215" indent="0">
              <a:buNone/>
              <a:defRPr sz="3200"/>
            </a:lvl2pPr>
            <a:lvl3pPr marL="2438430" indent="0">
              <a:buNone/>
              <a:defRPr sz="2667"/>
            </a:lvl3pPr>
            <a:lvl4pPr marL="3657646" indent="0">
              <a:buNone/>
              <a:defRPr sz="2400"/>
            </a:lvl4pPr>
            <a:lvl5pPr marL="4876861" indent="0">
              <a:buNone/>
              <a:defRPr sz="2400"/>
            </a:lvl5pPr>
            <a:lvl6pPr marL="6096076" indent="0">
              <a:buNone/>
              <a:defRPr sz="2400"/>
            </a:lvl6pPr>
            <a:lvl7pPr marL="7315291" indent="0">
              <a:buNone/>
              <a:defRPr sz="2400"/>
            </a:lvl7pPr>
            <a:lvl8pPr marL="8534507" indent="0">
              <a:buNone/>
              <a:defRPr sz="2400"/>
            </a:lvl8pPr>
            <a:lvl9pPr marL="9753722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064565" y="15688735"/>
            <a:ext cx="2438400" cy="973667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3765" y="15688735"/>
            <a:ext cx="13614400" cy="9736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8646967" y="15688735"/>
            <a:ext cx="860179" cy="97366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12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768" y="12620974"/>
            <a:ext cx="26416000" cy="1511301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78965" y="2485632"/>
            <a:ext cx="21935851" cy="843993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4267"/>
            </a:lvl1pPr>
            <a:lvl2pPr marL="1219215" indent="0">
              <a:buNone/>
              <a:defRPr sz="4267"/>
            </a:lvl2pPr>
            <a:lvl3pPr marL="2438430" indent="0">
              <a:buNone/>
              <a:defRPr sz="4267"/>
            </a:lvl3pPr>
            <a:lvl4pPr marL="3657646" indent="0">
              <a:buNone/>
              <a:defRPr sz="4267"/>
            </a:lvl4pPr>
            <a:lvl5pPr marL="4876861" indent="0">
              <a:buNone/>
              <a:defRPr sz="4267"/>
            </a:lvl5pPr>
            <a:lvl6pPr marL="6096076" indent="0">
              <a:buNone/>
              <a:defRPr sz="4267"/>
            </a:lvl6pPr>
            <a:lvl7pPr marL="7315291" indent="0">
              <a:buNone/>
              <a:defRPr sz="4267"/>
            </a:lvl7pPr>
            <a:lvl8pPr marL="8534507" indent="0">
              <a:buNone/>
              <a:defRPr sz="4267"/>
            </a:lvl8pPr>
            <a:lvl9pPr marL="9753722" indent="0">
              <a:buNone/>
              <a:defRPr sz="4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3768" y="14132275"/>
            <a:ext cx="26416000" cy="1316565"/>
          </a:xfrm>
        </p:spPr>
        <p:txBody>
          <a:bodyPr>
            <a:normAutofit/>
          </a:bodyPr>
          <a:lstStyle>
            <a:lvl1pPr marL="0" indent="0">
              <a:buNone/>
              <a:defRPr sz="3733"/>
            </a:lvl1pPr>
            <a:lvl2pPr marL="1219215" indent="0">
              <a:buNone/>
              <a:defRPr sz="3200"/>
            </a:lvl2pPr>
            <a:lvl3pPr marL="2438430" indent="0">
              <a:buNone/>
              <a:defRPr sz="2667"/>
            </a:lvl3pPr>
            <a:lvl4pPr marL="3657646" indent="0">
              <a:buNone/>
              <a:defRPr sz="2400"/>
            </a:lvl4pPr>
            <a:lvl5pPr marL="4876861" indent="0">
              <a:buNone/>
              <a:defRPr sz="2400"/>
            </a:lvl5pPr>
            <a:lvl6pPr marL="6096076" indent="0">
              <a:buNone/>
              <a:defRPr sz="2400"/>
            </a:lvl6pPr>
            <a:lvl7pPr marL="7315291" indent="0">
              <a:buNone/>
              <a:defRPr sz="2400"/>
            </a:lvl7pPr>
            <a:lvl8pPr marL="8534507" indent="0">
              <a:buNone/>
              <a:defRPr sz="2400"/>
            </a:lvl8pPr>
            <a:lvl9pPr marL="9753722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95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767" y="1625604"/>
            <a:ext cx="26415997" cy="8331197"/>
          </a:xfrm>
        </p:spPr>
        <p:txBody>
          <a:bodyPr anchor="ctr">
            <a:normAutofit/>
          </a:bodyPr>
          <a:lstStyle>
            <a:lvl1pPr algn="l">
              <a:defRPr sz="8533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3763" y="11582400"/>
            <a:ext cx="26416000" cy="3860800"/>
          </a:xfrm>
        </p:spPr>
        <p:txBody>
          <a:bodyPr anchor="ctr">
            <a:normAutofit/>
          </a:bodyPr>
          <a:lstStyle>
            <a:lvl1pPr marL="0" indent="0" algn="l">
              <a:buNone/>
              <a:defRPr sz="5333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1219215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848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230965" y="2098197"/>
            <a:ext cx="1625600" cy="1559403"/>
          </a:xfrm>
          <a:prstGeom prst="rect">
            <a:avLst/>
          </a:prstGeom>
        </p:spPr>
        <p:txBody>
          <a:bodyPr vert="horz" lIns="243840" tIns="121920" rIns="243840" bIns="1219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21334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34165" y="7315200"/>
            <a:ext cx="1625600" cy="1559403"/>
          </a:xfrm>
          <a:prstGeom prst="rect">
            <a:avLst/>
          </a:prstGeom>
        </p:spPr>
        <p:txBody>
          <a:bodyPr vert="horz" lIns="243840" tIns="121920" rIns="243840" bIns="1219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21334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568" y="1625604"/>
            <a:ext cx="24790395" cy="7315197"/>
          </a:xfrm>
        </p:spPr>
        <p:txBody>
          <a:bodyPr anchor="ctr">
            <a:normAutofit/>
          </a:bodyPr>
          <a:lstStyle>
            <a:lvl1pPr algn="l">
              <a:defRPr sz="8533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466166" y="8940800"/>
            <a:ext cx="23571205" cy="1016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1219215" indent="0">
              <a:buFontTx/>
              <a:buNone/>
              <a:defRPr/>
            </a:lvl2pPr>
            <a:lvl3pPr marL="2438430" indent="0">
              <a:buFontTx/>
              <a:buNone/>
              <a:defRPr/>
            </a:lvl3pPr>
            <a:lvl4pPr marL="3657646" indent="0">
              <a:buFontTx/>
              <a:buNone/>
              <a:defRPr/>
            </a:lvl4pPr>
            <a:lvl5pPr marL="487686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3763" y="11582400"/>
            <a:ext cx="26416000" cy="3860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5333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549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765" y="8822883"/>
            <a:ext cx="26416000" cy="3916800"/>
          </a:xfrm>
        </p:spPr>
        <p:txBody>
          <a:bodyPr anchor="b">
            <a:normAutofit/>
          </a:bodyPr>
          <a:lstStyle>
            <a:lvl1pPr algn="l">
              <a:defRPr sz="8533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3761" y="12739683"/>
            <a:ext cx="26416003" cy="2294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333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992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230965" y="2098197"/>
            <a:ext cx="1625600" cy="1559403"/>
          </a:xfrm>
          <a:prstGeom prst="rect">
            <a:avLst/>
          </a:prstGeom>
        </p:spPr>
        <p:txBody>
          <a:bodyPr vert="horz" lIns="243840" tIns="121920" rIns="243840" bIns="1219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21334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34165" y="7315200"/>
            <a:ext cx="1625600" cy="1559403"/>
          </a:xfrm>
          <a:prstGeom prst="rect">
            <a:avLst/>
          </a:prstGeom>
        </p:spPr>
        <p:txBody>
          <a:bodyPr vert="horz" lIns="243840" tIns="121920" rIns="243840" bIns="1219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21334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568" y="1625604"/>
            <a:ext cx="24790395" cy="7315197"/>
          </a:xfrm>
        </p:spPr>
        <p:txBody>
          <a:bodyPr anchor="ctr">
            <a:normAutofit/>
          </a:bodyPr>
          <a:lstStyle>
            <a:lvl1pPr algn="l">
              <a:defRPr sz="8533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43765" y="10363200"/>
            <a:ext cx="26416000" cy="23706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6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3763" y="12733867"/>
            <a:ext cx="26416000" cy="2709333"/>
          </a:xfrm>
        </p:spPr>
        <p:txBody>
          <a:bodyPr anchor="t">
            <a:normAutofit/>
          </a:bodyPr>
          <a:lstStyle>
            <a:lvl1pPr marL="0" indent="0" algn="l">
              <a:buNone/>
              <a:defRPr sz="4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1219215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132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767" y="1625604"/>
            <a:ext cx="26415997" cy="731519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43765" y="9347200"/>
            <a:ext cx="26416000" cy="2235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7467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3763" y="11582400"/>
            <a:ext cx="26416000" cy="3860800"/>
          </a:xfrm>
        </p:spPr>
        <p:txBody>
          <a:bodyPr anchor="t">
            <a:normAutofit/>
          </a:bodyPr>
          <a:lstStyle>
            <a:lvl1pPr marL="0" indent="0" algn="l">
              <a:buNone/>
              <a:defRPr sz="4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1219215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870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3768" y="1625600"/>
            <a:ext cx="26415995" cy="508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486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65061" y="1625599"/>
            <a:ext cx="5894704" cy="138176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3765" y="1625600"/>
            <a:ext cx="20116800" cy="13817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9130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6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3768" y="1625600"/>
            <a:ext cx="26415995" cy="5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3768" y="7111999"/>
            <a:ext cx="26415995" cy="8331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566965" y="15688735"/>
            <a:ext cx="4267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3765" y="15688735"/>
            <a:ext cx="20116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037367" y="15688735"/>
            <a:ext cx="1469779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6723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txStyles>
    <p:titleStyle>
      <a:lvl1pPr algn="l" defTabSz="1219215" rtl="0" eaLnBrk="1" latinLnBrk="0" hangingPunct="1">
        <a:spcBef>
          <a:spcPct val="0"/>
        </a:spcBef>
        <a:buNone/>
        <a:defRPr sz="8533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762010" indent="-762010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5333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1981225" indent="-762010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4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3200440" indent="-762010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4267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4114851" indent="-457206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3733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5334067" indent="-457206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3733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6705684" indent="-609608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3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7924899" indent="-609608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3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9144114" indent="-609608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3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10363330" indent="-609608" algn="l" defTabSz="1219215" rtl="0" eaLnBrk="1" latinLnBrk="0" hangingPunct="1">
        <a:spcBef>
          <a:spcPct val="20000"/>
        </a:spcBef>
        <a:spcAft>
          <a:spcPts val="1600"/>
        </a:spcAft>
        <a:buClr>
          <a:schemeClr val="tx1"/>
        </a:buClr>
        <a:buSzPct val="100000"/>
        <a:buFont typeface="Arial"/>
        <a:buChar char="•"/>
        <a:defRPr sz="3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1219215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"/>
          <p:cNvSpPr/>
          <p:nvPr/>
        </p:nvSpPr>
        <p:spPr>
          <a:xfrm>
            <a:off x="-774658" y="252144"/>
            <a:ext cx="32512000" cy="19914644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8577" name="textbox 4"/>
          <p:cNvSpPr/>
          <p:nvPr/>
        </p:nvSpPr>
        <p:spPr>
          <a:xfrm>
            <a:off x="1892178" y="6481322"/>
            <a:ext cx="28780103" cy="51346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37788"/>
              </a:lnSpc>
            </a:pPr>
            <a:endParaRPr lang="Arial" altLang="Arial" sz="100" dirty="0"/>
          </a:p>
          <a:p>
            <a:pPr algn="r" rtl="0" eaLnBrk="0">
              <a:lnSpc>
                <a:spcPct val="82000"/>
              </a:lnSpc>
            </a:pPr>
            <a:r>
              <a:rPr sz="16000" b="1" kern="0" spc="-580" dirty="0">
                <a:solidFill>
                  <a:srgbClr val="B9FF18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Small</a:t>
            </a:r>
            <a:r>
              <a:rPr sz="16000" b="1" kern="0" spc="860" dirty="0">
                <a:solidFill>
                  <a:srgbClr val="B9FF1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0" b="1" kern="0" spc="-580" dirty="0">
                <a:solidFill>
                  <a:srgbClr val="B9FF18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</a:t>
            </a:r>
            <a:r>
              <a:rPr lang="en-US" sz="16000" b="1" kern="0" spc="-580" dirty="0">
                <a:solidFill>
                  <a:srgbClr val="B9FF18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6000" b="1" kern="0" spc="-580" dirty="0">
                <a:solidFill>
                  <a:srgbClr val="B9FF18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mendation</a:t>
            </a:r>
            <a:r>
              <a:rPr sz="16000" b="1" kern="0" spc="870" dirty="0">
                <a:solidFill>
                  <a:srgbClr val="B9FF1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0" b="1" kern="0" spc="-580" dirty="0">
                <a:solidFill>
                  <a:srgbClr val="B9FF18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6000" b="1" kern="0" spc="-590" dirty="0">
                <a:solidFill>
                  <a:srgbClr val="B9FF18">
                    <a:alpha val="100000"/>
                  </a:srgbClr>
                </a:solidFill>
                <a:latin typeface="Arial"/>
                <a:ea typeface="Arial"/>
                <a:cs typeface="Arial"/>
              </a:rPr>
              <a:t>ngine</a:t>
            </a:r>
            <a:endParaRPr lang="Arial" altLang="Arial" sz="16000" dirty="0"/>
          </a:p>
          <a:p>
            <a:pPr algn="l" rtl="0" eaLnBrk="0">
              <a:lnSpc>
                <a:spcPct val="116000"/>
              </a:lnSpc>
            </a:pPr>
            <a:endParaRPr lang="Arial" altLang="Arial" sz="1000" dirty="0"/>
          </a:p>
          <a:p>
            <a:pPr algn="l" rtl="0" eaLnBrk="0">
              <a:lnSpc>
                <a:spcPct val="117000"/>
              </a:lnSpc>
            </a:pPr>
            <a:endParaRPr lang="Arial" altLang="Arial" sz="1000" dirty="0"/>
          </a:p>
          <a:p>
            <a:pPr algn="l" rtl="0" eaLnBrk="0">
              <a:lnSpc>
                <a:spcPct val="117000"/>
              </a:lnSpc>
            </a:pPr>
            <a:endParaRPr lang="Arial" altLang="Arial" sz="1000" dirty="0"/>
          </a:p>
          <a:p>
            <a:pPr algn="l" rtl="0" eaLnBrk="0">
              <a:lnSpc>
                <a:spcPct val="117000"/>
              </a:lnSpc>
            </a:pPr>
            <a:endParaRPr lang="Arial" altLang="Arial" sz="1000" dirty="0"/>
          </a:p>
          <a:p>
            <a:pPr marL="6375400" algn="l" rtl="0" eaLnBrk="0">
              <a:lnSpc>
                <a:spcPct val="81000"/>
              </a:lnSpc>
              <a:spcBef>
                <a:spcPts val="1390"/>
              </a:spcBef>
            </a:pPr>
            <a:r>
              <a:rPr sz="4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Recommending Top</a:t>
            </a:r>
            <a:r>
              <a:rPr sz="46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Products</a:t>
            </a:r>
            <a:r>
              <a:rPr sz="46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Based </a:t>
            </a:r>
            <a:r>
              <a:rPr sz="4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46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Purchase</a:t>
            </a:r>
            <a:r>
              <a:rPr sz="46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Frequency</a:t>
            </a:r>
            <a:endParaRPr lang="Arial" altLang="Arial" sz="4600" dirty="0"/>
          </a:p>
          <a:p>
            <a:pPr algn="l" rtl="0" eaLnBrk="0">
              <a:lnSpc>
                <a:spcPct val="114000"/>
              </a:lnSpc>
            </a:pPr>
            <a:endParaRPr lang="Arial" altLang="Arial" sz="1000" dirty="0"/>
          </a:p>
          <a:p>
            <a:pPr algn="l" rtl="0" eaLnBrk="0">
              <a:lnSpc>
                <a:spcPct val="114000"/>
              </a:lnSpc>
            </a:pPr>
            <a:endParaRPr lang="Arial" altLang="Arial" sz="1000" dirty="0"/>
          </a:p>
          <a:p>
            <a:pPr algn="l" rtl="0" eaLnBrk="0">
              <a:lnSpc>
                <a:spcPct val="114000"/>
              </a:lnSpc>
            </a:pPr>
            <a:endParaRPr lang="Arial" altLang="Arial" sz="1000" dirty="0"/>
          </a:p>
          <a:p>
            <a:pPr algn="l" rtl="0" eaLnBrk="0">
              <a:lnSpc>
                <a:spcPct val="114000"/>
              </a:lnSpc>
            </a:pPr>
            <a:endParaRPr lang="Arial" altLang="Arial" sz="1000" dirty="0"/>
          </a:p>
          <a:p>
            <a:pPr algn="l" rtl="0" eaLnBrk="0">
              <a:lnSpc>
                <a:spcPct val="115000"/>
              </a:lnSpc>
            </a:pPr>
            <a:endParaRPr lang="Arial" altLang="Arial" sz="1000" dirty="0"/>
          </a:p>
          <a:p>
            <a:pPr marL="9804400" algn="l" rtl="0" eaLnBrk="0">
              <a:lnSpc>
                <a:spcPct val="81000"/>
              </a:lnSpc>
              <a:spcBef>
                <a:spcPts val="7"/>
              </a:spcBef>
            </a:pPr>
            <a:r>
              <a:rPr lang="en-US" altLang="en-GB" sz="3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 members </a:t>
            </a:r>
            <a:endParaRPr lang="Arial" altLang="Arial" sz="3800" dirty="0"/>
          </a:p>
          <a:p>
            <a:pPr marL="9804400" algn="l" rtl="0" eaLnBrk="0">
              <a:lnSpc>
                <a:spcPct val="81000"/>
              </a:lnSpc>
              <a:spcBef>
                <a:spcPts val="7"/>
              </a:spcBef>
            </a:pPr>
            <a:endParaRPr lang="Arial" altLang="Arial" sz="3800" dirty="0"/>
          </a:p>
          <a:p>
            <a:pPr marL="9804400" algn="l" rtl="0" eaLnBrk="0">
              <a:lnSpc>
                <a:spcPct val="81000"/>
              </a:lnSpc>
              <a:spcBef>
                <a:spcPts val="7"/>
              </a:spcBef>
            </a:pPr>
            <a:r>
              <a:rPr lang="en-US" altLang="en-GB" sz="3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P.SRIKAR                            2403A52188</a:t>
            </a:r>
            <a:endParaRPr lang="Arial" altLang="Arial" sz="3800" dirty="0"/>
          </a:p>
          <a:p>
            <a:pPr marL="9804400" algn="l" rtl="0" eaLnBrk="0">
              <a:lnSpc>
                <a:spcPct val="81000"/>
              </a:lnSpc>
              <a:spcBef>
                <a:spcPts val="7"/>
              </a:spcBef>
            </a:pPr>
            <a:r>
              <a:rPr lang="en-US" altLang="en-GB" sz="3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CH.SAI VARSHITH             2403A52189</a:t>
            </a:r>
            <a:endParaRPr lang="Arial" altLang="Arial" sz="3800" dirty="0"/>
          </a:p>
          <a:p>
            <a:pPr marL="9804400" algn="l" rtl="0" eaLnBrk="0">
              <a:lnSpc>
                <a:spcPct val="81000"/>
              </a:lnSpc>
              <a:spcBef>
                <a:spcPts val="7"/>
              </a:spcBef>
            </a:pPr>
            <a:r>
              <a:rPr lang="en-US" altLang="en-GB" sz="3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B.SATHWIKA                      2403A52190</a:t>
            </a:r>
            <a:endParaRPr lang="Arial" altLang="Arial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"/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8579" name="textbox 8"/>
          <p:cNvSpPr/>
          <p:nvPr/>
        </p:nvSpPr>
        <p:spPr>
          <a:xfrm>
            <a:off x="5289682" y="7960807"/>
            <a:ext cx="22298025" cy="44310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</a:pPr>
            <a:endParaRPr lang="Arial" altLang="Arial" sz="100" dirty="0"/>
          </a:p>
          <a:p>
            <a:pPr marL="12700" algn="l" rtl="0" eaLnBrk="0">
              <a:lnSpc>
                <a:spcPts val="5588"/>
              </a:lnSpc>
            </a:pPr>
            <a:r>
              <a:rPr lang="en-US" altLang="en-GB"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Build:To</a:t>
            </a:r>
            <a:r>
              <a:rPr sz="4100" kern="0" spc="9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buld</a:t>
            </a:r>
            <a:r>
              <a:rPr sz="4100" kern="0" spc="7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4100" kern="0" spc="9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basic,function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4100" kern="0" spc="9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recommendation</a:t>
            </a:r>
            <a:r>
              <a:rPr sz="4100" kern="0" spc="7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r>
              <a:rPr sz="4100" kern="0" spc="6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4100" kern="0" spc="7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scratch</a:t>
            </a:r>
            <a:endParaRPr lang="Arial" altLang="Arial" sz="4100" dirty="0"/>
          </a:p>
          <a:p>
            <a:pPr algn="l" rtl="0" eaLnBrk="0">
              <a:lnSpc>
                <a:spcPct val="181000"/>
              </a:lnSpc>
            </a:pPr>
            <a:endParaRPr lang="Arial" altLang="Arial" sz="1000" dirty="0"/>
          </a:p>
          <a:p>
            <a:pPr marL="514350" algn="l" rtl="0" eaLnBrk="0">
              <a:lnSpc>
                <a:spcPts val="5588"/>
              </a:lnSpc>
              <a:spcBef>
                <a:spcPts val="1240"/>
              </a:spcBef>
            </a:pPr>
            <a:r>
              <a:rPr sz="4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Analyze:To analyze a</a:t>
            </a:r>
            <a:r>
              <a:rPr sz="41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raw transaction dataset to</a:t>
            </a:r>
            <a:r>
              <a:rPr sz="41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identify top-selling</a:t>
            </a:r>
            <a:r>
              <a:rPr sz="41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products.</a:t>
            </a:r>
            <a:endParaRPr lang="Arial" altLang="Arial" sz="41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</a:pPr>
            <a:endParaRPr lang="Arial" altLang="Arial" sz="1000" dirty="0"/>
          </a:p>
          <a:p>
            <a:pPr marL="514350" algn="l" rtl="0" eaLnBrk="0">
              <a:lnSpc>
                <a:spcPts val="5588"/>
              </a:lnSpc>
              <a:spcBef>
                <a:spcPts val="1241"/>
              </a:spcBef>
            </a:pP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Logic:To implement a core recommendation</a:t>
            </a:r>
            <a:r>
              <a:rPr sz="41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logic</a:t>
            </a:r>
            <a:r>
              <a:rPr sz="41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based</a:t>
            </a:r>
            <a:r>
              <a:rPr sz="41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purely on</a:t>
            </a:r>
            <a:r>
              <a:rPr sz="41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purchase frequency.</a:t>
            </a:r>
            <a:endParaRPr lang="Arial" altLang="Arial" sz="41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4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r" rtl="0" eaLnBrk="0">
              <a:lnSpc>
                <a:spcPts val="5588"/>
              </a:lnSpc>
              <a:spcBef>
                <a:spcPts val="2"/>
              </a:spcBef>
            </a:pPr>
            <a:r>
              <a:rPr sz="41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Demonstrate:To demonstrat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 a working</a:t>
            </a:r>
            <a:r>
              <a:rPr sz="41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 (Minimum Viable</a:t>
            </a:r>
            <a:r>
              <a:rPr sz="41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Product)in a</a:t>
            </a:r>
            <a:r>
              <a:rPr sz="41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Python environment</a:t>
            </a:r>
            <a:endParaRPr lang="Arial" altLang="Arial" sz="4100" dirty="0"/>
          </a:p>
        </p:txBody>
      </p:sp>
      <p:sp>
        <p:nvSpPr>
          <p:cNvPr id="1048580" name="textbox 10"/>
          <p:cNvSpPr/>
          <p:nvPr/>
        </p:nvSpPr>
        <p:spPr>
          <a:xfrm>
            <a:off x="1504959" y="1881936"/>
            <a:ext cx="9202419" cy="11430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</a:pPr>
            <a:endParaRPr lang="Arial" altLang="Arial" sz="100" dirty="0"/>
          </a:p>
          <a:p>
            <a:pPr algn="r" rtl="0" eaLnBrk="0">
              <a:lnSpc>
                <a:spcPct val="81000"/>
              </a:lnSpc>
              <a:spcBef>
                <a:spcPts val="1"/>
              </a:spcBef>
            </a:pPr>
            <a:r>
              <a:rPr sz="9000" b="1" kern="0" spc="-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 </a:t>
            </a:r>
            <a:r>
              <a:rPr sz="9000" b="1" kern="0" spc="-350" dirty="0">
                <a:solidFill>
                  <a:srgbClr val="B9FF17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Objectives</a:t>
            </a:r>
            <a:endParaRPr lang="Arial" altLang="Arial" sz="9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"/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9715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664980" y="5334061"/>
            <a:ext cx="9226580" cy="9944100"/>
          </a:xfrm>
          <a:prstGeom prst="rect">
            <a:avLst/>
          </a:prstGeom>
        </p:spPr>
      </p:pic>
      <p:sp>
        <p:nvSpPr>
          <p:cNvPr id="1048582" name="textbox 16"/>
          <p:cNvSpPr/>
          <p:nvPr/>
        </p:nvSpPr>
        <p:spPr>
          <a:xfrm>
            <a:off x="1549521" y="5346679"/>
            <a:ext cx="9182100" cy="9932034"/>
          </a:xfrm>
          <a:prstGeom prst="rect">
            <a:avLst/>
          </a:prstGeom>
          <a:solidFill>
            <a:srgbClr val="1D1D1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</a:pPr>
            <a:endParaRPr lang="Arial" altLang="Arial" sz="1000" dirty="0"/>
          </a:p>
          <a:p>
            <a:pPr marL="2539364" algn="l" rtl="0" eaLnBrk="0">
              <a:lnSpc>
                <a:spcPts val="4837"/>
              </a:lnSpc>
            </a:pPr>
            <a:r>
              <a:rPr sz="6400" b="1" kern="0" spc="-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Instructor</a:t>
            </a:r>
            <a:r>
              <a:rPr sz="6400" b="1" kern="0" spc="-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endParaRPr lang="Arial" altLang="Arial" sz="6400" dirty="0"/>
          </a:p>
          <a:p>
            <a:pPr marL="2539364" algn="l" rtl="0" eaLnBrk="0">
              <a:lnSpc>
                <a:spcPts val="8850"/>
              </a:lnSpc>
            </a:pPr>
            <a:r>
              <a:rPr sz="6400" b="1" kern="0" spc="-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Supervisor</a:t>
            </a:r>
            <a:endParaRPr lang="Arial" altLang="Arial" sz="6400" dirty="0"/>
          </a:p>
          <a:p>
            <a:pPr algn="l" rtl="0" eaLnBrk="0">
              <a:lnSpc>
                <a:spcPct val="122000"/>
              </a:lnSpc>
            </a:pPr>
            <a:endParaRPr lang="Arial" altLang="Arial" sz="1000" dirty="0"/>
          </a:p>
          <a:p>
            <a:pPr algn="l" rtl="0" eaLnBrk="0">
              <a:lnSpc>
                <a:spcPct val="123000"/>
              </a:lnSpc>
            </a:pPr>
            <a:endParaRPr lang="Arial" altLang="Arial" sz="1000" dirty="0"/>
          </a:p>
          <a:p>
            <a:pPr algn="l" rtl="0" eaLnBrk="0">
              <a:lnSpc>
                <a:spcPct val="123000"/>
              </a:lnSpc>
            </a:pPr>
            <a:endParaRPr lang="Arial" altLang="Arial" sz="1000" dirty="0"/>
          </a:p>
          <a:p>
            <a:pPr algn="l" rtl="0" eaLnBrk="0">
              <a:lnSpc>
                <a:spcPct val="123000"/>
              </a:lnSpc>
            </a:pPr>
            <a:endParaRPr lang="Arial" altLang="Arial" sz="1000" dirty="0"/>
          </a:p>
          <a:p>
            <a:pPr marL="913764" algn="l" rtl="0" eaLnBrk="0">
              <a:lnSpc>
                <a:spcPts val="5588"/>
              </a:lnSpc>
              <a:spcBef>
                <a:spcPts val="1242"/>
              </a:spcBef>
            </a:pPr>
            <a:r>
              <a:rPr sz="41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Primary stakeholder for gra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ding,</a:t>
            </a:r>
            <a:endParaRPr lang="Arial" altLang="Arial" sz="4100" dirty="0"/>
          </a:p>
          <a:p>
            <a:pPr marL="913130" indent="-88264" algn="l" rtl="0" eaLnBrk="0">
              <a:lnSpc>
                <a:spcPct val="127000"/>
              </a:lnSpc>
              <a:spcBef>
                <a:spcPts val="31"/>
              </a:spcBef>
            </a:pPr>
            <a:r>
              <a:rPr sz="3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ensuring </a:t>
            </a:r>
            <a:r>
              <a:rPr sz="3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 project</a:t>
            </a:r>
            <a:r>
              <a:rPr sz="39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requirements,        </a:t>
            </a:r>
            <a:r>
              <a:rPr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academic</a:t>
            </a:r>
            <a:r>
              <a:rPr sz="41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integrity are</a:t>
            </a:r>
            <a:r>
              <a:rPr sz="41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t.</a:t>
            </a:r>
            <a:endParaRPr lang="Arial" altLang="Arial" sz="4100" dirty="0"/>
          </a:p>
        </p:txBody>
      </p:sp>
      <p:grpSp>
        <p:nvGrpSpPr>
          <p:cNvPr id="12" name="group 2"/>
          <p:cNvGrpSpPr/>
          <p:nvPr/>
        </p:nvGrpSpPr>
        <p:grpSpPr>
          <a:xfrm rot="21600000">
            <a:off x="21863017" y="5353081"/>
            <a:ext cx="9156682" cy="9886858"/>
            <a:chOff x="0" y="0"/>
            <a:chExt cx="9156682" cy="9886858"/>
          </a:xfrm>
        </p:grpSpPr>
        <p:pic>
          <p:nvPicPr>
            <p:cNvPr id="2097153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9156682" cy="9886858"/>
            </a:xfrm>
            <a:prstGeom prst="rect">
              <a:avLst/>
            </a:prstGeom>
          </p:spPr>
        </p:pic>
        <p:sp>
          <p:nvSpPr>
            <p:cNvPr id="1048583" name="textbox 20"/>
            <p:cNvSpPr/>
            <p:nvPr/>
          </p:nvSpPr>
          <p:spPr>
            <a:xfrm>
              <a:off x="-12700" y="-12700"/>
              <a:ext cx="9182100" cy="992822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</a:pPr>
              <a:endParaRPr lang="Arial" altLang="Arial" sz="1000" dirty="0"/>
            </a:p>
            <a:p>
              <a:pPr marL="2114550" algn="l" rtl="0" eaLnBrk="0">
                <a:lnSpc>
                  <a:spcPts val="4243"/>
                </a:lnSpc>
                <a:spcBef>
                  <a:spcPts val="3"/>
                </a:spcBef>
              </a:pPr>
              <a:r>
                <a:rPr sz="5700" b="1" kern="0" spc="-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Business</a:t>
              </a:r>
              <a:r>
                <a:rPr sz="5700" b="1" kern="0" spc="4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5700" b="1" kern="0" spc="-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User</a:t>
              </a:r>
              <a:endParaRPr lang="Arial" altLang="Arial" sz="5700" dirty="0"/>
            </a:p>
            <a:p>
              <a:pPr marL="2114550" algn="l" rtl="0" eaLnBrk="0">
                <a:lnSpc>
                  <a:spcPts val="8549"/>
                </a:lnSpc>
              </a:pPr>
              <a:r>
                <a:rPr sz="6400" b="1" kern="0" spc="-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(Conceptual)</a:t>
              </a:r>
              <a:endParaRPr lang="Arial" altLang="Arial" sz="6400" dirty="0"/>
            </a:p>
            <a:p>
              <a:pPr algn="l" rtl="0" eaLnBrk="0">
                <a:lnSpc>
                  <a:spcPct val="102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2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</a:pPr>
              <a:endParaRPr lang="Arial" altLang="Arial" sz="1000" dirty="0"/>
            </a:p>
            <a:p>
              <a:pPr marL="882650" indent="393700" algn="l" rtl="0" eaLnBrk="0">
                <a:lnSpc>
                  <a:spcPct val="123000"/>
                </a:lnSpc>
                <a:spcBef>
                  <a:spcPts val="1180"/>
                </a:spcBef>
              </a:pPr>
              <a:r>
                <a:rPr sz="39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sz="3900" kern="0" spc="6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9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conceptual</a:t>
              </a:r>
              <a:r>
                <a:rPr sz="3900" kern="0" spc="7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9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user</a:t>
              </a:r>
              <a:r>
                <a:rPr sz="3900" kern="0" spc="6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9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(e.g</a:t>
              </a:r>
              <a:r>
                <a:rPr sz="39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.an</a:t>
              </a:r>
              <a:r>
                <a:rPr sz="3900" kern="0" spc="6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9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e-</a:t>
              </a:r>
              <a:r>
                <a:rPr sz="39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</a:t>
              </a:r>
              <a:r>
                <a:rPr sz="41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commerce</a:t>
              </a:r>
              <a:r>
                <a:rPr sz="4100" kern="0" spc="8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1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manager)who</a:t>
              </a:r>
              <a:r>
                <a:rPr sz="4100" kern="0" spc="6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1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would</a:t>
              </a:r>
              <a:endParaRPr lang="Arial" altLang="Arial" sz="4100" dirty="0"/>
            </a:p>
            <a:p>
              <a:pPr marL="2113914" indent="-551815" algn="l" rtl="0" eaLnBrk="0">
                <a:lnSpc>
                  <a:spcPct val="120000"/>
                </a:lnSpc>
                <a:spcBef>
                  <a:spcPts val="293"/>
                </a:spcBef>
              </a:pPr>
              <a:r>
                <a:rPr sz="4100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 this tool t</a:t>
              </a:r>
              <a:r>
                <a:rPr sz="4100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4100" kern="0" spc="2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100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understand</a:t>
              </a:r>
              <a:r>
                <a:rPr sz="41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41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product popular</a:t>
              </a:r>
              <a:r>
                <a:rPr sz="41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ity.</a:t>
              </a:r>
              <a:endParaRPr lang="Arial" altLang="Arial" sz="4100" dirty="0"/>
            </a:p>
          </p:txBody>
        </p:sp>
      </p:grpSp>
      <p:sp>
        <p:nvSpPr>
          <p:cNvPr id="1048584" name="textbox 22"/>
          <p:cNvSpPr/>
          <p:nvPr/>
        </p:nvSpPr>
        <p:spPr>
          <a:xfrm>
            <a:off x="12788900" y="11062634"/>
            <a:ext cx="6924675" cy="29438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</a:pPr>
            <a:endParaRPr lang="Arial" altLang="Arial" sz="100" dirty="0"/>
          </a:p>
          <a:p>
            <a:pPr marL="317500" algn="l" rtl="0" eaLnBrk="0">
              <a:lnSpc>
                <a:spcPts val="5179"/>
              </a:lnSpc>
            </a:pPr>
            <a:r>
              <a:rPr sz="3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Responsible</a:t>
            </a:r>
            <a:r>
              <a:rPr sz="3800" kern="0" spc="7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3800" kern="0" spc="7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successfully</a:t>
            </a:r>
            <a:endParaRPr lang="Arial" altLang="Arial" sz="3800" dirty="0"/>
          </a:p>
          <a:p>
            <a:pPr marL="139700" algn="l" rtl="0" eaLnBrk="0">
              <a:lnSpc>
                <a:spcPts val="5518"/>
              </a:lnSpc>
              <a:spcBef>
                <a:spcPts val="647"/>
              </a:spcBef>
            </a:pPr>
            <a:r>
              <a:rPr sz="4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planning,coding,testin</a:t>
            </a:r>
            <a:r>
              <a:rPr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g,and</a:t>
            </a:r>
            <a:endParaRPr lang="Arial" altLang="Arial" sz="4100" dirty="0"/>
          </a:p>
          <a:p>
            <a:pPr marL="12700" algn="l" rtl="0" eaLnBrk="0">
              <a:lnSpc>
                <a:spcPts val="5518"/>
              </a:lnSpc>
            </a:pP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documentin</a:t>
            </a:r>
            <a:r>
              <a:rPr sz="41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 the entire</a:t>
            </a:r>
            <a:r>
              <a:rPr sz="41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</a:t>
            </a:r>
            <a:endParaRPr lang="Arial" altLang="Arial" sz="4100" dirty="0"/>
          </a:p>
          <a:p>
            <a:pPr marL="1314450" algn="l" rtl="0" eaLnBrk="0">
              <a:lnSpc>
                <a:spcPts val="5383"/>
              </a:lnSpc>
              <a:spcBef>
                <a:spcPts val="732"/>
              </a:spcBef>
            </a:pPr>
            <a:r>
              <a:rPr sz="39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3900" kern="0" spc="6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start</a:t>
            </a:r>
            <a:r>
              <a:rPr sz="3900" kern="0" spc="6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3900" kern="0" spc="5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finish.</a:t>
            </a:r>
            <a:endParaRPr lang="Arial" altLang="Arial" sz="3900" dirty="0"/>
          </a:p>
        </p:txBody>
      </p:sp>
      <p:sp>
        <p:nvSpPr>
          <p:cNvPr id="1048585" name="textbox 24"/>
          <p:cNvSpPr/>
          <p:nvPr/>
        </p:nvSpPr>
        <p:spPr>
          <a:xfrm>
            <a:off x="1517639" y="1830134"/>
            <a:ext cx="10382250" cy="1123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59"/>
              </a:lnSpc>
            </a:pPr>
            <a:endParaRPr lang="Arial" altLang="Arial" sz="100" dirty="0"/>
          </a:p>
          <a:p>
            <a:pPr algn="r" rtl="0" eaLnBrk="0">
              <a:lnSpc>
                <a:spcPct val="82000"/>
              </a:lnSpc>
            </a:pPr>
            <a:r>
              <a:rPr sz="8800" b="1" kern="0" spc="-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 Stak</a:t>
            </a:r>
            <a:r>
              <a:rPr sz="8800" b="1" kern="0" spc="-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eholders</a:t>
            </a:r>
            <a:endParaRPr lang="Arial" altLang="Arial" sz="8800" dirty="0"/>
          </a:p>
        </p:txBody>
      </p:sp>
      <p:sp>
        <p:nvSpPr>
          <p:cNvPr id="1048586" name="textbox 26"/>
          <p:cNvSpPr/>
          <p:nvPr/>
        </p:nvSpPr>
        <p:spPr>
          <a:xfrm>
            <a:off x="12947558" y="8375225"/>
            <a:ext cx="6607809" cy="17862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52938"/>
              </a:lnSpc>
            </a:pPr>
            <a:endParaRPr lang="Arial" altLang="Arial" sz="100" dirty="0"/>
          </a:p>
          <a:p>
            <a:pPr marL="12700" algn="l" rtl="0" eaLnBrk="0">
              <a:lnSpc>
                <a:spcPct val="78000"/>
              </a:lnSpc>
            </a:pPr>
            <a:r>
              <a:rPr sz="6400" b="1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6400" b="1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400" b="1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6400" b="1" kern="0" spc="-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evelopmen</a:t>
            </a:r>
            <a:r>
              <a:rPr sz="6400" b="1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lang="Arial" altLang="Arial" sz="6400" dirty="0"/>
          </a:p>
          <a:p>
            <a:pPr marL="2228850" algn="l" rtl="0" eaLnBrk="0">
              <a:lnSpc>
                <a:spcPts val="7910"/>
              </a:lnSpc>
            </a:pPr>
            <a:r>
              <a:rPr sz="6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endParaRPr lang="Arial" altLang="Arial" sz="6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512000" cy="18288000"/>
          </a:xfrm>
          <a:prstGeom prst="rect">
            <a:avLst/>
          </a:prstGeom>
        </p:spPr>
      </p:pic>
      <p:sp>
        <p:nvSpPr>
          <p:cNvPr id="1048587" name="textbox 30"/>
          <p:cNvSpPr/>
          <p:nvPr/>
        </p:nvSpPr>
        <p:spPr>
          <a:xfrm>
            <a:off x="1524162" y="6407201"/>
            <a:ext cx="14173200" cy="7778750"/>
          </a:xfrm>
          <a:prstGeom prst="rect">
            <a:avLst/>
          </a:prstGeom>
          <a:solidFill>
            <a:srgbClr val="1D1D1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7060"/>
              </a:lnSpc>
            </a:pPr>
            <a:endParaRPr lang="Arial" altLang="Arial" sz="100" dirty="0"/>
          </a:p>
          <a:p>
            <a:pPr marL="1047114" algn="l" rtl="0" eaLnBrk="0">
              <a:lnSpc>
                <a:spcPct val="82000"/>
              </a:lnSpc>
            </a:pPr>
            <a:r>
              <a:rPr sz="6300" b="1" kern="0" spc="-180" dirty="0">
                <a:solidFill>
                  <a:srgbClr val="B9FD1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Core Technol</a:t>
            </a:r>
            <a:r>
              <a:rPr sz="6300" b="1" kern="0" spc="-190" dirty="0">
                <a:solidFill>
                  <a:srgbClr val="B9FD1C">
                    <a:alpha val="100000"/>
                  </a:srgbClr>
                </a:solidFill>
                <a:latin typeface="Arial"/>
                <a:ea typeface="Arial"/>
                <a:cs typeface="Arial"/>
              </a:rPr>
              <a:t>ogies</a:t>
            </a:r>
            <a:endParaRPr lang="Arial" altLang="Arial" sz="6300" dirty="0"/>
          </a:p>
          <a:p>
            <a:pPr algn="l" rtl="0" eaLnBrk="0">
              <a:lnSpc>
                <a:spcPct val="112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r>
              <a:rPr lang="en-US" sz="3800" b="1" dirty="0"/>
              <a:t>HTML5:</a:t>
            </a:r>
            <a:br>
              <a:rPr lang="en-US" sz="3800" dirty="0"/>
            </a:br>
            <a:r>
              <a:rPr lang="en-US" sz="3800" dirty="0"/>
              <a:t>Used to structure all the content and layout of the web pages.</a:t>
            </a:r>
          </a:p>
          <a:p>
            <a:r>
              <a:rPr lang="en-US" sz="3800" b="1" dirty="0"/>
              <a:t>CSS3:</a:t>
            </a:r>
            <a:br>
              <a:rPr lang="en-US" sz="3800" dirty="0"/>
            </a:br>
            <a:r>
              <a:rPr lang="en-US" sz="3800" dirty="0"/>
              <a:t>Used for styling, formatting, colors, fonts, and making the interface look clean.</a:t>
            </a:r>
          </a:p>
          <a:p>
            <a:r>
              <a:rPr lang="en-US" sz="3800" b="1" dirty="0"/>
              <a:t>JavaScript (Optional):</a:t>
            </a:r>
            <a:br>
              <a:rPr lang="en-US" sz="3800" dirty="0"/>
            </a:br>
            <a:r>
              <a:rPr lang="en-US" sz="3800" dirty="0"/>
              <a:t>Used for simple interactions, validations, and improving user experience.</a:t>
            </a:r>
          </a:p>
        </p:txBody>
      </p:sp>
      <p:sp>
        <p:nvSpPr>
          <p:cNvPr id="1048588" name="textbox 32"/>
          <p:cNvSpPr/>
          <p:nvPr/>
        </p:nvSpPr>
        <p:spPr>
          <a:xfrm>
            <a:off x="17735601" y="7695297"/>
            <a:ext cx="11923394" cy="52343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</a:pPr>
            <a:endParaRPr lang="Arial" altLang="Arial" sz="100" dirty="0"/>
          </a:p>
          <a:p>
            <a:pPr marL="208915" algn="l" rtl="0" eaLnBrk="0">
              <a:lnSpc>
                <a:spcPct val="82000"/>
              </a:lnSpc>
            </a:pPr>
            <a:r>
              <a:rPr sz="6300" b="1" kern="0" spc="-130" dirty="0">
                <a:solidFill>
                  <a:srgbClr val="B7FC18">
                    <a:alpha val="100000"/>
                  </a:srgbClr>
                </a:solidFill>
                <a:latin typeface="Arial"/>
                <a:ea typeface="Arial"/>
                <a:cs typeface="Arial"/>
              </a:rPr>
              <a:t>Tools &amp;Envi</a:t>
            </a:r>
            <a:r>
              <a:rPr sz="6300" b="1" kern="0" spc="-140" dirty="0">
                <a:solidFill>
                  <a:srgbClr val="B7FC18">
                    <a:alpha val="100000"/>
                  </a:srgbClr>
                </a:solidFill>
                <a:latin typeface="Arial"/>
                <a:ea typeface="Arial"/>
                <a:cs typeface="Arial"/>
              </a:rPr>
              <a:t>ronment</a:t>
            </a:r>
            <a:endParaRPr lang="Arial" altLang="Arial" sz="6300" dirty="0"/>
          </a:p>
          <a:p>
            <a:pPr algn="l" rtl="0" eaLnBrk="0">
              <a:lnSpc>
                <a:spcPct val="142000"/>
              </a:lnSpc>
            </a:pPr>
            <a:endParaRPr lang="Arial" altLang="Arial" sz="1000" dirty="0"/>
          </a:p>
          <a:p>
            <a:pPr marL="12700" algn="just" rtl="0" eaLnBrk="0">
              <a:lnSpc>
                <a:spcPts val="5588"/>
              </a:lnSpc>
              <a:spcBef>
                <a:spcPts val="1235"/>
              </a:spcBef>
            </a:pPr>
            <a:r>
              <a:rPr sz="4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Google  Colab:The  cloud-based  notebook</a:t>
            </a:r>
            <a:endParaRPr lang="Arial" altLang="Arial" sz="4100" dirty="0"/>
          </a:p>
          <a:p>
            <a:pPr marL="672465" algn="just" rtl="0" eaLnBrk="0">
              <a:lnSpc>
                <a:spcPts val="5588"/>
              </a:lnSpc>
              <a:spcBef>
                <a:spcPts val="311"/>
              </a:spcBef>
            </a:pPr>
            <a:r>
              <a:rPr sz="4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environmen</a:t>
            </a:r>
            <a:r>
              <a:rPr sz="4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4100" kern="0" spc="4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used for</a:t>
            </a:r>
            <a:r>
              <a:rPr sz="41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development,testing,and</a:t>
            </a:r>
            <a:endParaRPr lang="Arial" altLang="Arial" sz="4100" dirty="0"/>
          </a:p>
          <a:p>
            <a:pPr marL="672465" algn="just" rtl="0" eaLnBrk="0">
              <a:lnSpc>
                <a:spcPts val="6561"/>
              </a:lnSpc>
            </a:pP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execution</a:t>
            </a:r>
            <a:r>
              <a:rPr sz="41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lang="Arial" altLang="Arial" sz="4100" dirty="0"/>
          </a:p>
          <a:p>
            <a:pPr marL="31115" algn="just" rtl="0" eaLnBrk="0">
              <a:lnSpc>
                <a:spcPts val="5383"/>
              </a:lnSpc>
              <a:spcBef>
                <a:spcPts val="1830"/>
              </a:spcBef>
            </a:pPr>
            <a:r>
              <a:rPr sz="39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GitHub: </a:t>
            </a:r>
            <a:r>
              <a:rPr sz="3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900" kern="0" spc="5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3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latform</a:t>
            </a:r>
            <a:r>
              <a:rPr sz="3900" kern="0" spc="5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used</a:t>
            </a:r>
            <a:r>
              <a:rPr sz="39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39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version</a:t>
            </a:r>
            <a:r>
              <a:rPr sz="39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control</a:t>
            </a:r>
            <a:r>
              <a:rPr sz="39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lang="Arial" altLang="Arial" sz="3900" dirty="0"/>
          </a:p>
          <a:p>
            <a:pPr marL="672465" algn="just" rtl="0" eaLnBrk="0">
              <a:lnSpc>
                <a:spcPts val="6607"/>
              </a:lnSpc>
            </a:pP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</a:t>
            </a:r>
            <a:r>
              <a:rPr sz="39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</a:t>
            </a:r>
            <a:r>
              <a:rPr sz="39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submission</a:t>
            </a:r>
            <a:r>
              <a:rPr sz="39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lang="Arial" altLang="Arial" sz="3900" dirty="0"/>
          </a:p>
        </p:txBody>
      </p:sp>
      <p:sp>
        <p:nvSpPr>
          <p:cNvPr id="1048589" name="textbox 34"/>
          <p:cNvSpPr/>
          <p:nvPr/>
        </p:nvSpPr>
        <p:spPr>
          <a:xfrm>
            <a:off x="1504960" y="1880976"/>
            <a:ext cx="9034144" cy="1123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59"/>
              </a:lnSpc>
            </a:pPr>
            <a:endParaRPr lang="Arial" altLang="Arial" sz="100" dirty="0"/>
          </a:p>
          <a:p>
            <a:pPr algn="r" rtl="0" eaLnBrk="0">
              <a:lnSpc>
                <a:spcPct val="82000"/>
              </a:lnSpc>
            </a:pPr>
            <a:r>
              <a:rPr sz="8800" b="1" kern="0" spc="-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</a:t>
            </a:r>
            <a:r>
              <a:rPr sz="8800" b="1" kern="0" spc="-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nology Stac</a:t>
            </a:r>
            <a:r>
              <a:rPr sz="8800" b="1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lang="Arial" altLang="Arial" sz="8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"/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97155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554460" y="4476718"/>
            <a:ext cx="14840100" cy="11690422"/>
          </a:xfrm>
          <a:prstGeom prst="rect">
            <a:avLst/>
          </a:prstGeom>
        </p:spPr>
      </p:pic>
      <p:sp>
        <p:nvSpPr>
          <p:cNvPr id="1048591" name="textbox 40"/>
          <p:cNvSpPr/>
          <p:nvPr/>
        </p:nvSpPr>
        <p:spPr>
          <a:xfrm>
            <a:off x="1466921" y="4598528"/>
            <a:ext cx="13422630" cy="66122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lang="Arial" altLang="Arial" sz="100" dirty="0"/>
          </a:p>
          <a:p>
            <a:pPr marL="12700" algn="l" rtl="0" eaLnBrk="0">
              <a:lnSpc>
                <a:spcPct val="81000"/>
              </a:lnSpc>
              <a:spcBef>
                <a:spcPts val="1"/>
              </a:spcBef>
            </a:pPr>
            <a:r>
              <a:rPr sz="6900" b="1" kern="0" spc="-250" dirty="0">
                <a:solidFill>
                  <a:srgbClr val="B9FE18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Command-Line Interface(CLI)</a:t>
            </a:r>
            <a:endParaRPr lang="Arial" altLang="Arial" sz="6900" dirty="0"/>
          </a:p>
          <a:p>
            <a:pPr algn="l" rtl="0" eaLnBrk="0">
              <a:lnSpc>
                <a:spcPct val="108000"/>
              </a:lnSpc>
            </a:pPr>
            <a:endParaRPr lang="Arial" altLang="Arial" sz="1000" dirty="0"/>
          </a:p>
          <a:p>
            <a:pPr algn="l" rtl="0" eaLnBrk="0">
              <a:lnSpc>
                <a:spcPct val="108000"/>
              </a:lnSpc>
            </a:pPr>
            <a:endParaRPr lang="Arial" altLang="Arial" sz="1000" dirty="0"/>
          </a:p>
          <a:p>
            <a:pPr algn="l" rtl="0" eaLnBrk="0">
              <a:lnSpc>
                <a:spcPct val="108000"/>
              </a:lnSpc>
            </a:pPr>
            <a:endParaRPr lang="Arial" altLang="Arial" sz="1000" dirty="0"/>
          </a:p>
          <a:p>
            <a:pPr marL="12700" algn="l" rtl="0" eaLnBrk="0">
              <a:lnSpc>
                <a:spcPct val="115000"/>
              </a:lnSpc>
              <a:spcBef>
                <a:spcPts val="1237"/>
              </a:spcBef>
            </a:pP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 this project is a</a:t>
            </a:r>
            <a:r>
              <a:rPr sz="41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backend</a:t>
            </a:r>
            <a:r>
              <a:rPr sz="41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script,the</a:t>
            </a:r>
            <a:r>
              <a:rPr sz="41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"front-end"is the</a:t>
            </a:r>
            <a:r>
              <a:rPr sz="41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</a:t>
            </a:r>
            <a:r>
              <a:rPr sz="4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output presented to</a:t>
            </a:r>
            <a:r>
              <a:rPr sz="41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the user directly</a:t>
            </a:r>
            <a:r>
              <a:rPr sz="41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41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41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console.</a:t>
            </a:r>
            <a:endParaRPr lang="Arial" altLang="Arial" sz="4100" dirty="0"/>
          </a:p>
          <a:p>
            <a:pPr algn="l" rtl="0" eaLnBrk="0">
              <a:lnSpc>
                <a:spcPct val="107000"/>
              </a:lnSpc>
            </a:pPr>
            <a:endParaRPr lang="Arial" altLang="Arial" sz="1000" dirty="0"/>
          </a:p>
          <a:p>
            <a:pPr algn="l" rtl="0" eaLnBrk="0">
              <a:lnSpc>
                <a:spcPct val="107000"/>
              </a:lnSpc>
            </a:pPr>
            <a:endParaRPr lang="Arial" altLang="Arial" sz="1000" dirty="0"/>
          </a:p>
          <a:p>
            <a:pPr algn="l" rtl="0" eaLnBrk="0">
              <a:lnSpc>
                <a:spcPct val="107000"/>
              </a:lnSpc>
            </a:pPr>
            <a:endParaRPr lang="Arial" altLang="Arial" sz="1000" dirty="0"/>
          </a:p>
          <a:p>
            <a:pPr marL="12700" algn="l" rtl="0" eaLnBrk="0">
              <a:lnSpc>
                <a:spcPts val="5223"/>
              </a:lnSpc>
              <a:spcBef>
                <a:spcPts val="1176"/>
              </a:spcBef>
            </a:pP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 view sho</a:t>
            </a:r>
            <a:r>
              <a:rPr sz="3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ws the script successfully running</a:t>
            </a:r>
            <a:r>
              <a:rPr sz="39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39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Google</a:t>
            </a:r>
            <a:endParaRPr lang="Arial" altLang="Arial" sz="3900" dirty="0"/>
          </a:p>
          <a:p>
            <a:pPr marL="12700" algn="l" rtl="0" eaLnBrk="0">
              <a:lnSpc>
                <a:spcPts val="6080"/>
              </a:lnSpc>
            </a:pPr>
            <a:r>
              <a:rPr sz="4500" kern="0" spc="-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Colab.It analyzes the transactio</a:t>
            </a:r>
            <a:r>
              <a:rPr sz="4500" kern="0" spc="-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ns.csv file and prints the</a:t>
            </a:r>
            <a:endParaRPr lang="Arial" altLang="Arial" sz="4500" dirty="0"/>
          </a:p>
          <a:p>
            <a:pPr marL="12700" algn="l" rtl="0" eaLnBrk="0">
              <a:lnSpc>
                <a:spcPct val="131000"/>
              </a:lnSpc>
              <a:spcBef>
                <a:spcPts val="84"/>
              </a:spcBef>
            </a:pP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</a:t>
            </a:r>
            <a:r>
              <a:rPr sz="39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ranked</a:t>
            </a:r>
            <a:r>
              <a:rPr sz="39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table</a:t>
            </a:r>
            <a:r>
              <a:rPr sz="39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39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</a:t>
            </a:r>
            <a:r>
              <a:rPr sz="39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recommended</a:t>
            </a:r>
            <a:r>
              <a:rPr sz="39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products</a:t>
            </a:r>
            <a:r>
              <a:rPr sz="39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fulfilling  the</a:t>
            </a:r>
            <a:r>
              <a:rPr sz="3900" kern="0" spc="3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</a:t>
            </a:r>
            <a:r>
              <a:rPr sz="39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9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</a:t>
            </a:r>
            <a:r>
              <a:rPr sz="39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objective</a:t>
            </a:r>
            <a:r>
              <a:rPr sz="39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lang="Arial" altLang="Arial" sz="3900" dirty="0"/>
          </a:p>
        </p:txBody>
      </p:sp>
      <p:sp>
        <p:nvSpPr>
          <p:cNvPr id="1048592" name="textbox 42"/>
          <p:cNvSpPr/>
          <p:nvPr/>
        </p:nvSpPr>
        <p:spPr>
          <a:xfrm>
            <a:off x="1466921" y="1668195"/>
            <a:ext cx="14948535" cy="11430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</a:pPr>
            <a:endParaRPr lang="Arial" altLang="Arial" sz="100" dirty="0"/>
          </a:p>
          <a:p>
            <a:pPr algn="r" rtl="0" eaLnBrk="0">
              <a:lnSpc>
                <a:spcPct val="81000"/>
              </a:lnSpc>
              <a:spcBef>
                <a:spcPts val="1"/>
              </a:spcBef>
            </a:pPr>
            <a:r>
              <a:rPr sz="9000" b="1" kern="0" spc="-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Front-End Vie</a:t>
            </a:r>
            <a:r>
              <a:rPr sz="9000" b="1" kern="0" spc="-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 /Fin</a:t>
            </a:r>
            <a:r>
              <a:rPr sz="9000" b="1" kern="0" spc="-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 Outpu</a:t>
            </a:r>
            <a:r>
              <a:rPr sz="9000" b="1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lang="Arial" altLang="Arial" sz="9000" dirty="0"/>
          </a:p>
        </p:txBody>
      </p:sp>
      <p:pic>
        <p:nvPicPr>
          <p:cNvPr id="2097156" name="Picture 209715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945692" y="4598528"/>
            <a:ext cx="14448868" cy="101459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1304-28FE-272E-4FE6-EDFBE489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8">
            <a:extLst>
              <a:ext uri="{FF2B5EF4-FFF2-40B4-BE49-F238E27FC236}">
                <a16:creationId xmlns:a16="http://schemas.microsoft.com/office/drawing/2014/main" id="{97AE1848-94AC-797A-0E55-36220B952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512000" cy="18288000"/>
          </a:xfrm>
          <a:prstGeom prst="rect">
            <a:avLst/>
          </a:prstGeom>
        </p:spPr>
      </p:pic>
      <p:sp>
        <p:nvSpPr>
          <p:cNvPr id="1048587" name="textbox 30">
            <a:extLst>
              <a:ext uri="{FF2B5EF4-FFF2-40B4-BE49-F238E27FC236}">
                <a16:creationId xmlns:a16="http://schemas.microsoft.com/office/drawing/2014/main" id="{A9265931-B1C2-EB83-07FE-2D67035FE3B2}"/>
              </a:ext>
            </a:extLst>
          </p:cNvPr>
          <p:cNvSpPr/>
          <p:nvPr/>
        </p:nvSpPr>
        <p:spPr>
          <a:xfrm>
            <a:off x="1524162" y="6407201"/>
            <a:ext cx="14173200" cy="7778750"/>
          </a:xfrm>
          <a:prstGeom prst="rect">
            <a:avLst/>
          </a:prstGeom>
          <a:solidFill>
            <a:srgbClr val="1D1D1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algn="l" rtl="0" eaLnBrk="0">
              <a:lnSpc>
                <a:spcPct val="7060"/>
              </a:lnSpc>
            </a:pPr>
            <a:endParaRPr lang="Arial" altLang="Arial" sz="100" dirty="0"/>
          </a:p>
          <a:p>
            <a:pPr marL="1047114" algn="l" rtl="0" eaLnBrk="0">
              <a:lnSpc>
                <a:spcPct val="82000"/>
              </a:lnSpc>
            </a:pPr>
            <a:endParaRPr lang="Arial" altLang="Arial" sz="6300" dirty="0"/>
          </a:p>
          <a:p>
            <a:pPr algn="l" rtl="0" eaLnBrk="0">
              <a:lnSpc>
                <a:spcPct val="112000"/>
              </a:lnSpc>
            </a:pPr>
            <a:endParaRPr lang="Arial" altLang="Arial" sz="1000" dirty="0"/>
          </a:p>
          <a:p>
            <a:pPr algn="l" rtl="0" eaLnBrk="0">
              <a:lnSpc>
                <a:spcPct val="113000"/>
              </a:lnSpc>
            </a:pPr>
            <a:endParaRPr lang="Arial" altLang="Arial" sz="10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•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Simple recommendation system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• Uses purchase frequency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lang="en-US" sz="5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• Outputs top products </a:t>
            </a:r>
          </a:p>
        </p:txBody>
      </p:sp>
      <p:sp>
        <p:nvSpPr>
          <p:cNvPr id="1048588" name="textbox 32">
            <a:extLst>
              <a:ext uri="{FF2B5EF4-FFF2-40B4-BE49-F238E27FC236}">
                <a16:creationId xmlns:a16="http://schemas.microsoft.com/office/drawing/2014/main" id="{669BAEA9-5D3F-EBE2-A895-0CC2D08A3DF0}"/>
              </a:ext>
            </a:extLst>
          </p:cNvPr>
          <p:cNvSpPr/>
          <p:nvPr/>
        </p:nvSpPr>
        <p:spPr>
          <a:xfrm>
            <a:off x="17735601" y="7695297"/>
            <a:ext cx="11923394" cy="52343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</a:pPr>
            <a:endParaRPr lang="Arial" altLang="Arial" sz="100" dirty="0"/>
          </a:p>
          <a:p>
            <a:pPr marL="208915" algn="l" rtl="0" eaLnBrk="0">
              <a:lnSpc>
                <a:spcPct val="82000"/>
              </a:lnSpc>
            </a:pPr>
            <a:r>
              <a:rPr sz="6300" b="1" kern="0" spc="-130" dirty="0">
                <a:solidFill>
                  <a:srgbClr val="B7FC18">
                    <a:alpha val="100000"/>
                  </a:srgbClr>
                </a:solidFill>
                <a:latin typeface="Arial"/>
                <a:ea typeface="Arial"/>
                <a:cs typeface="Arial"/>
              </a:rPr>
              <a:t>Tools</a:t>
            </a:r>
            <a:endParaRPr lang="Arial" altLang="Arial" sz="6300" dirty="0"/>
          </a:p>
          <a:p>
            <a:pPr algn="l" rtl="0" eaLnBrk="0">
              <a:lnSpc>
                <a:spcPct val="142000"/>
              </a:lnSpc>
            </a:pPr>
            <a:endParaRPr lang="Arial" altLang="Arial" sz="1000" dirty="0"/>
          </a:p>
          <a:p>
            <a:pPr marL="12700" algn="just" eaLnBrk="0">
              <a:lnSpc>
                <a:spcPts val="5588"/>
              </a:lnSpc>
              <a:spcBef>
                <a:spcPts val="1235"/>
              </a:spcBef>
            </a:pPr>
            <a:r>
              <a:rPr lang="en-IN" sz="4400" dirty="0"/>
              <a:t>• Google </a:t>
            </a:r>
            <a:r>
              <a:rPr lang="en-IN" sz="4400" dirty="0" err="1"/>
              <a:t>Colab</a:t>
            </a:r>
            <a:endParaRPr lang="en-IN" sz="4400" dirty="0"/>
          </a:p>
          <a:p>
            <a:pPr marL="12700" algn="just" eaLnBrk="0">
              <a:lnSpc>
                <a:spcPts val="5588"/>
              </a:lnSpc>
              <a:spcBef>
                <a:spcPts val="1235"/>
              </a:spcBef>
            </a:pPr>
            <a:r>
              <a:rPr lang="en-IN" sz="4400" dirty="0"/>
              <a:t>• GitHub</a:t>
            </a:r>
          </a:p>
          <a:p>
            <a:pPr marL="12700" algn="just" eaLnBrk="0">
              <a:lnSpc>
                <a:spcPts val="5588"/>
              </a:lnSpc>
              <a:spcBef>
                <a:spcPts val="1235"/>
              </a:spcBef>
            </a:pPr>
            <a:r>
              <a:rPr lang="en-IN" sz="4400" dirty="0"/>
              <a:t>• AI-assisted debugging</a:t>
            </a:r>
          </a:p>
          <a:p>
            <a:pPr marL="12700" algn="just" eaLnBrk="0">
              <a:lnSpc>
                <a:spcPts val="5588"/>
              </a:lnSpc>
              <a:spcBef>
                <a:spcPts val="1235"/>
              </a:spcBef>
            </a:pPr>
            <a:endParaRPr lang="en-US" sz="4100" dirty="0"/>
          </a:p>
          <a:p>
            <a:pPr marL="31115" algn="just" rtl="0" eaLnBrk="0">
              <a:lnSpc>
                <a:spcPts val="5383"/>
              </a:lnSpc>
              <a:spcBef>
                <a:spcPts val="1830"/>
              </a:spcBef>
            </a:pPr>
            <a:r>
              <a:rPr sz="39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lang="Arial" altLang="Arial" sz="3900" dirty="0"/>
          </a:p>
        </p:txBody>
      </p:sp>
      <p:sp>
        <p:nvSpPr>
          <p:cNvPr id="1048589" name="textbox 34">
            <a:extLst>
              <a:ext uri="{FF2B5EF4-FFF2-40B4-BE49-F238E27FC236}">
                <a16:creationId xmlns:a16="http://schemas.microsoft.com/office/drawing/2014/main" id="{7C394438-B09B-6BDA-3AB4-D7F2562F488D}"/>
              </a:ext>
            </a:extLst>
          </p:cNvPr>
          <p:cNvSpPr/>
          <p:nvPr/>
        </p:nvSpPr>
        <p:spPr>
          <a:xfrm>
            <a:off x="1504959" y="1880975"/>
            <a:ext cx="10977663" cy="222107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rtl="0" eaLnBrk="0">
              <a:lnSpc>
                <a:spcPct val="76059"/>
              </a:lnSpc>
            </a:pPr>
            <a:endParaRPr lang="Arial" altLang="Arial" sz="100" dirty="0"/>
          </a:p>
          <a:p>
            <a:pPr rtl="0" eaLnBrk="0">
              <a:lnSpc>
                <a:spcPct val="82000"/>
              </a:lnSpc>
            </a:pPr>
            <a:r>
              <a:rPr lang="en-IN" sz="8800" b="1" kern="0" spc="-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SOFTWARE APPLICATIONS</a:t>
            </a:r>
            <a:endParaRPr lang="Arial" altLang="Arial" sz="8800" dirty="0"/>
          </a:p>
        </p:txBody>
      </p:sp>
    </p:spTree>
    <p:extLst>
      <p:ext uri="{BB962C8B-B14F-4D97-AF65-F5344CB8AC3E}">
        <p14:creationId xmlns:p14="http://schemas.microsoft.com/office/powerpoint/2010/main" val="402193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A412-823F-AE43-6246-6C86A36C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">
            <a:extLst>
              <a:ext uri="{FF2B5EF4-FFF2-40B4-BE49-F238E27FC236}">
                <a16:creationId xmlns:a16="http://schemas.microsoft.com/office/drawing/2014/main" id="{246195CA-2FAD-20E5-4899-AC36EA2520AD}"/>
              </a:ext>
            </a:extLst>
          </p:cNvPr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8579" name="textbox 8">
            <a:extLst>
              <a:ext uri="{FF2B5EF4-FFF2-40B4-BE49-F238E27FC236}">
                <a16:creationId xmlns:a16="http://schemas.microsoft.com/office/drawing/2014/main" id="{18155456-3491-406C-78DC-DCC4B2931EF2}"/>
              </a:ext>
            </a:extLst>
          </p:cNvPr>
          <p:cNvSpPr/>
          <p:nvPr/>
        </p:nvSpPr>
        <p:spPr>
          <a:xfrm>
            <a:off x="1504959" y="4210494"/>
            <a:ext cx="26692585" cy="903767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</a:pPr>
            <a:endParaRPr lang="Arial" altLang="Arial" sz="100" dirty="0"/>
          </a:p>
          <a:p>
            <a:pPr algn="just"/>
            <a:r>
              <a:rPr lang="en-US" altLang="en-GB" sz="4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4400" dirty="0"/>
              <a:t>  		This project successfully demonstrates a simple yet effective recommendation 								 				</a:t>
            </a:r>
            <a:r>
              <a:rPr lang="en-US" sz="4400"/>
              <a:t>engine.</a:t>
            </a:r>
            <a:endParaRPr lang="en-US" sz="4400" dirty="0"/>
          </a:p>
          <a:p>
            <a:pPr algn="just"/>
            <a:r>
              <a:rPr lang="en-US" sz="4400" dirty="0"/>
              <a:t>			The system recommends top-purchased products based purely on transactional 					  						data.</a:t>
            </a:r>
          </a:p>
          <a:p>
            <a:pPr algn="just"/>
            <a:r>
              <a:rPr lang="en-US" sz="4400" dirty="0"/>
              <a:t>      	The approach proves that even basic frequency logic can deliver meaningful 							  					insights.</a:t>
            </a:r>
          </a:p>
          <a:p>
            <a:pPr algn="just"/>
            <a:r>
              <a:rPr lang="en-US" sz="4400" dirty="0"/>
              <a:t>      	Google </a:t>
            </a:r>
            <a:r>
              <a:rPr lang="en-US" sz="4400" dirty="0" err="1"/>
              <a:t>Colab</a:t>
            </a:r>
            <a:r>
              <a:rPr lang="en-US" sz="4400" dirty="0"/>
              <a:t> provided a flexible environment for development and testing.</a:t>
            </a:r>
          </a:p>
          <a:p>
            <a:pPr algn="just"/>
            <a:r>
              <a:rPr lang="en-US" sz="4400" dirty="0"/>
              <a:t>      	The implementation is lightweight and easy to extend with additional features.</a:t>
            </a:r>
          </a:p>
          <a:p>
            <a:pPr algn="just"/>
            <a:r>
              <a:rPr lang="en-US" sz="4400" dirty="0"/>
              <a:t>      	The project highlights the importance of data preprocessing in analytics tasks. </a:t>
            </a:r>
          </a:p>
          <a:p>
            <a:pPr algn="just"/>
            <a:r>
              <a:rPr lang="en-US" sz="4400" dirty="0"/>
              <a:t>        </a:t>
            </a:r>
            <a:endParaRPr lang="en-IN" altLang="zh-CN" sz="4000" dirty="0"/>
          </a:p>
          <a:p>
            <a:pPr algn="just"/>
            <a:endParaRPr lang="en-IN" altLang="zh-CN" sz="4000" dirty="0"/>
          </a:p>
        </p:txBody>
      </p:sp>
      <p:sp>
        <p:nvSpPr>
          <p:cNvPr id="1048580" name="textbox 10">
            <a:extLst>
              <a:ext uri="{FF2B5EF4-FFF2-40B4-BE49-F238E27FC236}">
                <a16:creationId xmlns:a16="http://schemas.microsoft.com/office/drawing/2014/main" id="{E962F7F8-48DD-A385-B1BB-6C0031D26DD6}"/>
              </a:ext>
            </a:extLst>
          </p:cNvPr>
          <p:cNvSpPr/>
          <p:nvPr/>
        </p:nvSpPr>
        <p:spPr>
          <a:xfrm>
            <a:off x="978195" y="2147776"/>
            <a:ext cx="8591107" cy="131843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r" eaLnBrk="0">
              <a:lnSpc>
                <a:spcPct val="81000"/>
              </a:lnSpc>
              <a:spcBef>
                <a:spcPts val="1"/>
              </a:spcBef>
            </a:pPr>
            <a:r>
              <a:rPr lang="en-IN" altLang="zh-CN" sz="9600" dirty="0">
                <a:solidFill>
                  <a:srgbClr val="C6FF1A"/>
                </a:solidFill>
              </a:rPr>
              <a:t>CONCLUSION</a:t>
            </a:r>
            <a:endParaRPr lang="Arial" altLang="Arial" sz="9000" dirty="0">
              <a:solidFill>
                <a:srgbClr val="C6FF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63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">
            <a:extLst>
              <a:ext uri="{FF2B5EF4-FFF2-40B4-BE49-F238E27FC236}">
                <a16:creationId xmlns:a16="http://schemas.microsoft.com/office/drawing/2014/main" id="{78373498-9922-6854-0326-F94257FE976A}"/>
              </a:ext>
            </a:extLst>
          </p:cNvPr>
          <p:cNvSpPr/>
          <p:nvPr/>
        </p:nvSpPr>
        <p:spPr>
          <a:xfrm>
            <a:off x="0" y="0"/>
            <a:ext cx="33067256" cy="1828800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endParaRPr lang="en-IN" altLang="zh-CN" sz="5400" dirty="0"/>
          </a:p>
          <a:p>
            <a:pPr algn="ctr"/>
            <a:endParaRPr lang="en-IN" altLang="zh-CN" sz="5400" dirty="0"/>
          </a:p>
          <a:p>
            <a:r>
              <a:rPr lang="en-IN" altLang="zh-CN" sz="5400" dirty="0"/>
              <a:t>:</a:t>
            </a:r>
          </a:p>
          <a:p>
            <a:endParaRPr lang="en-IN" altLang="zh-CN" sz="5400" dirty="0"/>
          </a:p>
          <a:p>
            <a:pPr algn="just"/>
            <a:endParaRPr lang="en-IN" altLang="zh-CN" sz="6000" dirty="0"/>
          </a:p>
          <a:p>
            <a:pPr algn="just"/>
            <a:r>
              <a:rPr lang="en-IN" sz="6000" dirty="0"/>
              <a:t>			</a:t>
            </a:r>
            <a:endParaRPr lang="en-IN" altLang="zh-CN" sz="5400" dirty="0"/>
          </a:p>
          <a:p>
            <a:endParaRPr lang="en-IN" altLang="zh-CN" sz="5400" dirty="0"/>
          </a:p>
          <a:p>
            <a:pPr algn="ctr"/>
            <a:endParaRPr lang="en-IN" altLang="zh-CN" sz="5400" dirty="0"/>
          </a:p>
          <a:p>
            <a:pPr algn="ctr"/>
            <a:endParaRPr lang="en-IN" altLang="zh-CN" sz="5400" dirty="0"/>
          </a:p>
          <a:p>
            <a:pPr algn="ctr"/>
            <a:endParaRPr lang="en-IN" altLang="zh-CN" sz="5400" dirty="0"/>
          </a:p>
          <a:p>
            <a:endParaRPr lang="en-IN" altLang="zh-CN" sz="5400" dirty="0"/>
          </a:p>
          <a:p>
            <a:pPr algn="ctr"/>
            <a:endParaRPr lang="en-IN" altLang="zh-CN" sz="9600" dirty="0"/>
          </a:p>
          <a:p>
            <a:pPr algn="ctr"/>
            <a:endParaRPr lang="en-IN" altLang="zh-CN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439259-3EBE-F8B6-C86F-BDDF9B5BF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2174"/>
            <a:ext cx="33556352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65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52</TotalTime>
  <Words>468</Words>
  <Application>Microsoft Office PowerPoint</Application>
  <PresentationFormat>Custom</PresentationFormat>
  <Paragraphs>179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Kingsoft-PDF</dc:creator>
  <cp:lastModifiedBy>Sai Varshith</cp:lastModifiedBy>
  <cp:revision>3</cp:revision>
  <dcterms:created xsi:type="dcterms:W3CDTF">2025-11-24T11:09:27Z</dcterms:created>
  <dcterms:modified xsi:type="dcterms:W3CDTF">2025-11-28T05:02:07Z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2025-11-24T22:09:33Z</vt:filetime>
  </property>
  <property fmtid="{D5CDD505-2E9C-101B-9397-08002B2CF9AE}" pid="4" name="UsrData">
    <vt:lpwstr>bacb9d339d234f33852bd671655e34fd</vt:lpwstr>
  </property>
  <property fmtid="{D5CDD505-2E9C-101B-9397-08002B2CF9AE}" pid="5" name="ICV">
    <vt:lpwstr>4d681cede0f64ed49713b72d08992ba6</vt:lpwstr>
  </property>
</Properties>
</file>